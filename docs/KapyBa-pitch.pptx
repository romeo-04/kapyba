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KapyBa gives a karinderya owner one thing they never had: which dish is working, and how much to cook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linked pains. The first is the root: no dish-level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owner loop is the product. The buyer board is how ratings get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left to right,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dish card, Manage sheet and Reviews sheet in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enforced on the server and checked by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each point is copyable alone. The bet is the combination for informal stalls.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untested. No verified budget holder yet, so the pilot has to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docs/research/PROBLEM-VALIDATION.md. Never claim venture scale or invent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pilot. The measurable outcome is leftover pesos per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kapyba.vercel.app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5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CSSPRINT 2026 · THE TALE IS FORGED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KapyBa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E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sells. Cook just enough.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dish-rating app for karinderyas. Customers rate in two taps, owners get private coaching, buyers see which dishes are worth their money.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Kapybytes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3200400" cy="3200400"/>
          </a:xfrm>
          <a:prstGeom prst="ellipse">
            <a:avLst/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pic>
        <p:nvPicPr>
          <p:cNvPr id="8" name="Image 0" descr="Kapy, a capybara in an apron, wav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00584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Karinderya owners cook blind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dish feedback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never learn why one ulam sells and another does not. A shop star rating cannot tell them.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91840" y="17373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Unsold food is lost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2860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cooked and not sold gets thrown away, along with the ingredients and the gas behind it.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17373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guess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2860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workers on a budget cannot tell which stall's dish is worth the pesos before they pay.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problem: storms wipe out days of sales, and palengke prices swing every week.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people, one loop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560320" cy="2468880"/>
          </a:xfrm>
          <a:prstGeom prst="roundRect">
            <a:avLst>
              <a:gd name="adj" fmla="val 5556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tindera or tindero, often the only cook. Wants to know what to cook and buy, stop losing food, and never be shamed in public.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91840" y="1737360"/>
            <a:ext cx="2560320" cy="2468880"/>
          </a:xfrm>
          <a:prstGeom prst="roundRect">
            <a:avLst>
              <a:gd name="adj" fmla="val 5556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2860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or worker nearby. Wants a dish worth the money, fast, with no account to make.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1737360"/>
            <a:ext cx="2560320" cy="2468880"/>
          </a:xfrm>
          <a:prstGeom prst="roundRect">
            <a:avLst>
              <a:gd name="adj" fmla="val 5556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(later)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28600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school, LGU or DTI office that cares about livelihood and food waste. Sees anonymous totals only.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taps in. Better cooking out.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2590800" cy="1097280"/>
          </a:xfrm>
          <a:prstGeom prst="roundRect">
            <a:avLst>
              <a:gd name="adj" fmla="val 12500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D9502A"/>
          </a:solidFill>
          <a:ln w="12700">
            <a:solidFill>
              <a:srgbClr val="D950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8308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eats, then scans the stall QR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76600" y="1691640"/>
            <a:ext cx="2590800" cy="1097280"/>
          </a:xfrm>
          <a:prstGeom prst="roundRect">
            <a:avLst>
              <a:gd name="adj" fmla="val 12500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480" y="1874520"/>
            <a:ext cx="457200" cy="457200"/>
          </a:xfrm>
          <a:prstGeom prst="ellipse">
            <a:avLst/>
          </a:prstGeom>
          <a:solidFill>
            <a:srgbClr val="D9502A"/>
          </a:solidFill>
          <a:ln w="12700">
            <a:solidFill>
              <a:srgbClr val="D950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9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053840" y="178308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taps: a face, and one optional tag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96000" y="1691640"/>
            <a:ext cx="2590800" cy="1097280"/>
          </a:xfrm>
          <a:prstGeom prst="roundRect">
            <a:avLst>
              <a:gd name="adj" fmla="val 12500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78880" y="1874520"/>
            <a:ext cx="457200" cy="457200"/>
          </a:xfrm>
          <a:prstGeom prst="ellipse">
            <a:avLst/>
          </a:prstGeom>
          <a:solidFill>
            <a:srgbClr val="D9502A"/>
          </a:solidFill>
          <a:ln w="12700">
            <a:solidFill>
              <a:srgbClr val="D950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78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73240" y="178308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goes private to the owner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3017520"/>
            <a:ext cx="2590800" cy="1097280"/>
          </a:xfrm>
          <a:prstGeom prst="roundRect">
            <a:avLst>
              <a:gd name="adj" fmla="val 12500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D9502A"/>
          </a:solidFill>
          <a:ln w="12700">
            <a:solidFill>
              <a:srgbClr val="D950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310896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 coaches: one clear thing to change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276600" y="3017520"/>
            <a:ext cx="2590800" cy="1097280"/>
          </a:xfrm>
          <a:prstGeom prst="roundRect">
            <a:avLst>
              <a:gd name="adj" fmla="val 12500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59480" y="3200400"/>
            <a:ext cx="457200" cy="457200"/>
          </a:xfrm>
          <a:prstGeom prst="ellipse">
            <a:avLst/>
          </a:prstGeom>
          <a:solidFill>
            <a:srgbClr val="D9502A"/>
          </a:solidFill>
          <a:ln w="12700">
            <a:solidFill>
              <a:srgbClr val="D950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594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053840" y="310896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logs leftovers in one tap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096000" y="3017520"/>
            <a:ext cx="2590800" cy="1097280"/>
          </a:xfrm>
          <a:prstGeom prst="roundRect">
            <a:avLst>
              <a:gd name="adj" fmla="val 12500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78880" y="3200400"/>
            <a:ext cx="457200" cy="457200"/>
          </a:xfrm>
          <a:prstGeom prst="ellipse">
            <a:avLst/>
          </a:prstGeom>
          <a:solidFill>
            <a:srgbClr val="D9502A"/>
          </a:solidFill>
          <a:ln w="12700">
            <a:solidFill>
              <a:srgbClr val="D9502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788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873240" y="310896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cook and shopping lists adjust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different buyers, and a dish score goes public on the Ulam board. The board brings new buyers, who bring more ratings.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OWNER GETS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loop is the product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2377440" cy="2377440"/>
          </a:xfrm>
          <a:prstGeom prst="ellipse">
            <a:avLst/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pic>
        <p:nvPicPr>
          <p:cNvPr id="6" name="Image 0" descr="Kapy coo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2194560" cy="2194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566160" y="16916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cards with a photo, a face score and a four-week trend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 dish in one sheet: sold out, sale, favorite, edit, leftovers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reviews with plain-English taste meters and a nearby-average tick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turns average sold into how much to cook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Palengke list turns that into what to buy, priced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deals sell leftovers cheaply, never tied to ratings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owners and buyers can trust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E4F0E6"/>
          </a:solidFill>
          <a:ln w="12700">
            <a:solidFill>
              <a:srgbClr val="E4F0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2880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first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reaches the owner as coaching, not the public as a verdict.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86300" y="169164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E4F0E6"/>
          </a:solidFill>
          <a:ln w="12700">
            <a:solidFill>
              <a:srgbClr val="E4F0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69180" y="182880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minimum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69180" y="224028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score needs 10+ ratings from 5+ devices in 30 days. Below that, buyers see progress, not a number.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E4F0E6"/>
          </a:solidFill>
          <a:ln w="12700">
            <a:solidFill>
              <a:srgbClr val="E4F0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3832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person, one vote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9476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rating per dish per device per day. The scan token expires in 12 hours.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86300" y="324612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E4F0E6"/>
          </a:solidFill>
          <a:ln w="12700">
            <a:solidFill>
              <a:srgbClr val="E4F0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69180" y="33832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can report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69180" y="379476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ratings can be reported. Flagged ones leave public totals while a report is open.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rate the shop. We rate the dish.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91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03120"/>
            <a:ext cx="3977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Maps: dish highlights, but needs an account, free text, and a listed shop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apps: permits and commission, not for walk-in karinderyas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grades: inspections, not taste or dishes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1691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5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KapyBa adds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103120"/>
            <a:ext cx="3977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account: a QR and two taps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Hyperlocal: neighbours near one school compare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coaching, tied to leftovers and the shopping list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the owner, paid by those who gain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3977640" cy="2377440"/>
          </a:xfrm>
          <a:prstGeom prst="roundRect">
            <a:avLst>
              <a:gd name="adj" fmla="val 5769"/>
            </a:avLst>
          </a:prstGeom>
          <a:solidFill>
            <a:srgbClr val="F6EFE4"/>
          </a:solidFill>
          <a:ln w="12700">
            <a:solidFill>
              <a:srgbClr val="F6EF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4028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funded by a partner: school, LGU or DTI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optional owner plan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fee on Alok deals, only when one sells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supplier ordering and referrals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691640"/>
            <a:ext cx="3977640" cy="2377440"/>
          </a:xfrm>
          <a:prstGeom prst="roundRect">
            <a:avLst>
              <a:gd name="adj" fmla="val 5769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not do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24028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24028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on a stall's page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customer or owner data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buyers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commission marketplace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untested.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CHECKED, AND WHAT WE DID NOT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tried to break our own idea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E4F0E6"/>
          </a:solidFill>
          <a:ln w="12700">
            <a:solidFill>
              <a:srgbClr val="E4F0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2880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up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is real in sources and discussions, and doing nothing has a cost owners already feel.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86300" y="169164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69180" y="182880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market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69180" y="224028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tool. We do not claim venture scale, and the market ceiling is modest.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3832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Philippine waste figure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9476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unsold-food range we found is Indonesian, so we label it a proxy and invent nothing.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86300" y="3246120"/>
            <a:ext cx="4000500" cy="1325880"/>
          </a:xfrm>
          <a:prstGeom prst="roundRect">
            <a:avLst>
              <a:gd name="adj" fmla="val 10345"/>
            </a:avLst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69180" y="338328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is open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69180" y="3794760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 holder is unverified. The Bagyo Fund is a simulation, not a financial product.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KapyBa · Team Kapybytes · CSSPRINT 2026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5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three stalls around one school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at the counter, and an in-person ask for the first 30 ratings per stall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number: pesos of leftovers per day, before and after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to host the pilot and judge the result</a:t>
            </a:r>
            <a:endParaRPr lang="en-US" sz="16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45720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BE3D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it live: kapyba.vercel.app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108960" cy="3108960"/>
          </a:xfrm>
          <a:prstGeom prst="ellipse">
            <a:avLst/>
          </a:prstGeom>
          <a:solidFill>
            <a:srgbClr val="FBE3D9"/>
          </a:solidFill>
          <a:ln w="12700">
            <a:solidFill>
              <a:srgbClr val="FBE3D9"/>
            </a:solidFill>
            <a:prstDash val="solid"/>
          </a:ln>
        </p:spPr>
      </p:sp>
      <p:pic>
        <p:nvPicPr>
          <p:cNvPr id="7" name="Image 0" descr="Kapy chee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51560"/>
            <a:ext cx="2834640" cy="2834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pyBa">
  <a:themeElements>
    <a:clrScheme name="KapyBa">
      <a:dk1>
        <a:srgbClr val="2B2019"/>
      </a:dk1>
      <a:lt1>
        <a:srgbClr val="FDFAF3"/>
      </a:lt1>
      <a:dk2>
        <a:srgbClr val="6B3F28"/>
      </a:dk2>
      <a:lt2>
        <a:srgbClr val="F6EFE4"/>
      </a:lt2>
      <a:accent1>
        <a:srgbClr val="D9502A"/>
      </a:accent1>
      <a:accent2>
        <a:srgbClr val="2E6B4B"/>
      </a:accent2>
      <a:accent3>
        <a:srgbClr val="FBE3D9"/>
      </a:accent3>
      <a:accent4>
        <a:srgbClr val="E4F0E6"/>
      </a:accent4>
      <a:accent5>
        <a:srgbClr val="E0A32E"/>
      </a:accent5>
      <a:accent6>
        <a:srgbClr val="3F74A3"/>
      </a:accent6>
      <a:hlink>
        <a:srgbClr val="D9502A"/>
      </a:hlink>
      <a:folHlink>
        <a:srgbClr val="6B3F28"/>
      </a:folHlink>
    </a:clrScheme>
    <a:fontScheme name="KapyB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KapyBa pitch</dc:title>
  <dc:subject>PptxGenJS Presentation</dc:subject>
  <dc:creator>Team Kapybytes</dc:creator>
  <cp:lastModifiedBy>Team Kapybytes</cp:lastModifiedBy>
  <cp:revision>1</cp:revision>
  <dcterms:created xsi:type="dcterms:W3CDTF">2026-10-23T06:02:30Z</dcterms:created>
  <dcterms:modified xsi:type="dcterms:W3CDTF">2026-10-23T06:02:30Z</dcterms:modified>
</cp:coreProperties>
</file>